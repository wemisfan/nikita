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197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565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046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220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97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33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877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163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521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042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8488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6E9B-D851-4AF1-80D1-A915A102A269}" type="datetimeFigureOut">
              <a:rPr lang="pl-PL" smtClean="0"/>
              <a:t>2023-05-17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C6A47-22D2-491B-9B9D-D4EF12D97B5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416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2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5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4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5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6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732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admin</dc:creator>
  <cp:lastModifiedBy>admin</cp:lastModifiedBy>
  <cp:revision>3</cp:revision>
  <dcterms:created xsi:type="dcterms:W3CDTF">2023-05-17T11:34:25Z</dcterms:created>
  <dcterms:modified xsi:type="dcterms:W3CDTF">2023-05-17T11:47:01Z</dcterms:modified>
</cp:coreProperties>
</file>