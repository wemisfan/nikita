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1" r:id="rId6"/>
    <p:sldId id="265" r:id="rId7"/>
    <p:sldId id="262" r:id="rId8"/>
    <p:sldId id="263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198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0722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8322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887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187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371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902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831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752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621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5947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F2CA5-2E0F-4DB9-B686-D5BF97D98BEC}" type="datetimeFigureOut">
              <a:rPr lang="pl-PL" smtClean="0"/>
              <a:t>2023-04-19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B2DDC-B929-4DA2-BF6F-E5EE1CD79E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4901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145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1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3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6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39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14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87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1867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Panoramiczny</PresentationFormat>
  <Paragraphs>0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admin</dc:creator>
  <cp:lastModifiedBy>admin</cp:lastModifiedBy>
  <cp:revision>1</cp:revision>
  <dcterms:created xsi:type="dcterms:W3CDTF">2023-04-19T11:34:22Z</dcterms:created>
  <dcterms:modified xsi:type="dcterms:W3CDTF">2023-04-19T11:35:22Z</dcterms:modified>
</cp:coreProperties>
</file>